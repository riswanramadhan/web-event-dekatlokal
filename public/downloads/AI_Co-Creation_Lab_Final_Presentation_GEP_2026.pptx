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BLE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DekatLokal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Co-Creation Lab Makassar — Final Presentation</dc:title>
  <dc:subject>Global Experience Program 2026 Final Presentation</dc:subject>
  <dc:creator>Riswan Ramadhan · DekatLokal</dc:creator>
  <cp:lastModifiedBy>Riswan Ramadhan · DekatLokal</cp:lastModifiedBy>
  <cp:revision>1</cp:revision>
  <dcterms:created xsi:type="dcterms:W3CDTF">2026-08-20T12:57:08Z</dcterms:created>
  <dcterms:modified xsi:type="dcterms:W3CDTF">2026-08-20T12:57:08Z</dcterms:modified>
</cp:coreProperties>
</file>